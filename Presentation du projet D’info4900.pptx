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887FE55-9041-45F1-8A75-255DC5A28513}">
          <p14:sldIdLst>
            <p14:sldId id="256"/>
            <p14:sldId id="257"/>
            <p14:sldId id="259"/>
            <p14:sldId id="260"/>
          </p14:sldIdLst>
        </p14:section>
        <p14:section name="Untitled Section" id="{B8C6029C-480C-4A1C-906C-0B9B8BA61C37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536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54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23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875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98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08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79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5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15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7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10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79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exagonal background with blue neon lights">
            <a:extLst>
              <a:ext uri="{FF2B5EF4-FFF2-40B4-BE49-F238E27FC236}">
                <a16:creationId xmlns:a16="http://schemas.microsoft.com/office/drawing/2014/main" id="{03A0CADD-4C9E-CC14-A009-5CF0601319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C5A39-4FC3-B98E-BFC6-41B094A90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Projet D’info4900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7F230F-A6B8-57F6-B4FA-74DF65C81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Loic Mutima</a:t>
            </a:r>
          </a:p>
          <a:p>
            <a:r>
              <a:rPr lang="en-CA" dirty="0">
                <a:solidFill>
                  <a:srgbClr val="FFFFFF"/>
                </a:solidFill>
              </a:rPr>
              <a:t>Tippi </a:t>
            </a:r>
            <a:r>
              <a:rPr lang="en-CA" dirty="0" err="1">
                <a:solidFill>
                  <a:srgbClr val="FFFFFF"/>
                </a:solidFill>
              </a:rPr>
              <a:t>Razafindroriaka</a:t>
            </a:r>
            <a:endParaRPr lang="en-CA" dirty="0">
              <a:solidFill>
                <a:srgbClr val="FFFFFF"/>
              </a:solidFill>
            </a:endParaRPr>
          </a:p>
          <a:p>
            <a:r>
              <a:rPr lang="en-CA" dirty="0">
                <a:solidFill>
                  <a:srgbClr val="FFFFFF"/>
                </a:solidFill>
              </a:rPr>
              <a:t>RFKN Preval</a:t>
            </a:r>
          </a:p>
          <a:p>
            <a:r>
              <a:rPr lang="en-CA" dirty="0">
                <a:solidFill>
                  <a:srgbClr val="FFFFFF"/>
                </a:solidFill>
              </a:rPr>
              <a:t>Zakari Rafik Chabi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028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A499D4-AE27-08DB-978B-3AF2B48BD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Mise en scene</a:t>
            </a:r>
          </a:p>
        </p:txBody>
      </p:sp>
      <p:pic>
        <p:nvPicPr>
          <p:cNvPr id="7" name="Picture Placeholder 6" descr="A table with a ball in the air">
            <a:extLst>
              <a:ext uri="{FF2B5EF4-FFF2-40B4-BE49-F238E27FC236}">
                <a16:creationId xmlns:a16="http://schemas.microsoft.com/office/drawing/2014/main" id="{DEDF05A9-A6DD-EA42-C0F7-7CB0F180ED2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8457" r="32714" b="-1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5C6C-C833-FE30-16E7-2D2A6281D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96186" y="2221992"/>
            <a:ext cx="4800600" cy="373989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On a dans la scene: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Une table en bois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Un ballon de Volleyball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Un verre transparent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Une tasse en plastique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Une fourchette en metal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Quatres murs rectangulaires et un plancher en bois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22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8117C-B08F-3D2E-B0FA-6D774E4E3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3D2CC-F60F-DA77-56EE-2C866363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6089" y="798844"/>
            <a:ext cx="4800600" cy="7684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Architecture</a:t>
            </a:r>
          </a:p>
        </p:txBody>
      </p:sp>
      <p:pic>
        <p:nvPicPr>
          <p:cNvPr id="7" name="Picture Placeholder 6" descr="A table with a ball in the air">
            <a:extLst>
              <a:ext uri="{FF2B5EF4-FFF2-40B4-BE49-F238E27FC236}">
                <a16:creationId xmlns:a16="http://schemas.microsoft.com/office/drawing/2014/main" id="{5E273A91-67BA-FDFF-DC63-3A9E44C5130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8457" r="32714" b="-1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323F1489-4BFA-40B5-1BAC-29BD3F83E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852" y="1416817"/>
            <a:ext cx="3000375" cy="464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222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512F3-ED5E-834F-265A-36F0E8351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90EC8-5E99-13F2-2BFF-DFF55BA6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La </a:t>
            </a:r>
            <a:r>
              <a:rPr lang="en-US" sz="4000" dirty="0" err="1"/>
              <a:t>balle</a:t>
            </a:r>
            <a:endParaRPr lang="en-US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736E8-91C1-CB57-54DB-EAB188685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1929284"/>
            <a:ext cx="4093599" cy="3941164"/>
          </a:xfrm>
        </p:spPr>
        <p:txBody>
          <a:bodyPr/>
          <a:lstStyle/>
          <a:p>
            <a:r>
              <a:rPr lang="en-CA" dirty="0"/>
              <a:t>-Asset: La </a:t>
            </a:r>
            <a:r>
              <a:rPr lang="en-CA" dirty="0" err="1"/>
              <a:t>balle</a:t>
            </a:r>
            <a:r>
              <a:rPr lang="en-CA" dirty="0"/>
              <a:t> est un asset libre </a:t>
            </a:r>
            <a:r>
              <a:rPr lang="en-CA" dirty="0" err="1"/>
              <a:t>provenant</a:t>
            </a:r>
            <a:r>
              <a:rPr lang="en-CA" dirty="0"/>
              <a:t> de </a:t>
            </a:r>
            <a:r>
              <a:rPr lang="en-CA" dirty="0" err="1"/>
              <a:t>Turbosquid</a:t>
            </a:r>
            <a:endParaRPr lang="en-CA" dirty="0"/>
          </a:p>
          <a:p>
            <a:pPr marL="285750" indent="-285750">
              <a:buFontTx/>
              <a:buChar char="-"/>
            </a:pPr>
            <a:r>
              <a:rPr lang="en-CA" dirty="0" err="1"/>
              <a:t>Contient</a:t>
            </a:r>
            <a:r>
              <a:rPr lang="en-CA" dirty="0"/>
              <a:t> un </a:t>
            </a:r>
            <a:r>
              <a:rPr lang="en-CA" dirty="0" err="1"/>
              <a:t>rigidbody</a:t>
            </a:r>
            <a:endParaRPr lang="en-CA" dirty="0"/>
          </a:p>
          <a:p>
            <a:pPr marL="285750" indent="-285750">
              <a:buFontTx/>
              <a:buChar char="-"/>
            </a:pPr>
            <a:r>
              <a:rPr lang="en-CA" dirty="0" err="1"/>
              <a:t>Contient</a:t>
            </a:r>
            <a:r>
              <a:rPr lang="en-CA" dirty="0"/>
              <a:t> un sphere collider</a:t>
            </a:r>
          </a:p>
          <a:p>
            <a:pPr marL="285750" indent="-285750">
              <a:buFontTx/>
              <a:buChar char="-"/>
            </a:pPr>
            <a:r>
              <a:rPr lang="en-CA" dirty="0"/>
              <a:t>Un script qui </a:t>
            </a:r>
            <a:r>
              <a:rPr lang="en-CA" dirty="0" err="1"/>
              <a:t>gère</a:t>
            </a:r>
            <a:r>
              <a:rPr lang="en-CA" dirty="0"/>
              <a:t>:</a:t>
            </a:r>
          </a:p>
          <a:p>
            <a:r>
              <a:rPr lang="en-CA" dirty="0"/>
              <a:t>	- Le </a:t>
            </a:r>
            <a:r>
              <a:rPr lang="en-CA" dirty="0" err="1"/>
              <a:t>rebondissement</a:t>
            </a:r>
            <a:endParaRPr lang="en-CA" dirty="0"/>
          </a:p>
          <a:p>
            <a:r>
              <a:rPr lang="en-CA" dirty="0"/>
              <a:t>	- Le </a:t>
            </a:r>
            <a:r>
              <a:rPr lang="en-CA" dirty="0" err="1"/>
              <a:t>declenchement</a:t>
            </a:r>
            <a:r>
              <a:rPr lang="en-CA" dirty="0"/>
              <a:t> de la deformation</a:t>
            </a:r>
          </a:p>
          <a:p>
            <a:r>
              <a:rPr lang="en-CA" dirty="0"/>
              <a:t>	- La deformation </a:t>
            </a:r>
            <a:r>
              <a:rPr lang="en-CA" dirty="0" err="1"/>
              <a:t>proprement</a:t>
            </a:r>
            <a:r>
              <a:rPr lang="en-CA" dirty="0"/>
              <a:t> </a:t>
            </a:r>
            <a:r>
              <a:rPr lang="en-CA" dirty="0" err="1"/>
              <a:t>dite</a:t>
            </a:r>
            <a:endParaRPr lang="en-CA" dirty="0"/>
          </a:p>
          <a:p>
            <a:r>
              <a:rPr lang="en-CA" dirty="0"/>
              <a:t>	- Les </a:t>
            </a:r>
            <a:r>
              <a:rPr lang="en-CA" dirty="0" err="1"/>
              <a:t>propriétés</a:t>
            </a:r>
            <a:r>
              <a:rPr lang="en-CA" dirty="0"/>
              <a:t> physiques du matériel</a:t>
            </a:r>
          </a:p>
          <a:p>
            <a:endParaRPr lang="en-CA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4A49B9-7338-48DB-7874-E78E3338A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9" name="Picture 8" descr="A table with a ball and a pair of scissors on it&#10;&#10;AI-generated content may be incorrect.">
            <a:extLst>
              <a:ext uri="{FF2B5EF4-FFF2-40B4-BE49-F238E27FC236}">
                <a16:creationId xmlns:a16="http://schemas.microsoft.com/office/drawing/2014/main" id="{6E9D69CA-94E6-4E90-B05E-89D0167E7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809" y="1069848"/>
            <a:ext cx="6496957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54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7A5FC-24DD-CD80-91D7-D3F05FA70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947B6-7313-C70D-5DC5-922706DEC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Le verre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A7F87-EECD-D92F-04C9-5839B92CF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231136"/>
            <a:ext cx="6001512" cy="393192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Le verre transparent est un asset </a:t>
            </a:r>
            <a:r>
              <a:rPr lang="en-US" dirty="0" err="1"/>
              <a:t>crée</a:t>
            </a:r>
            <a:r>
              <a:rPr lang="en-US" dirty="0"/>
              <a:t> dans Blender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Il </a:t>
            </a:r>
            <a:r>
              <a:rPr lang="en-US" dirty="0" err="1"/>
              <a:t>utilise</a:t>
            </a:r>
            <a:r>
              <a:rPr lang="en-US" dirty="0"/>
              <a:t> un </a:t>
            </a:r>
            <a:r>
              <a:rPr lang="en-US" dirty="0" err="1"/>
              <a:t>rigidbody</a:t>
            </a:r>
            <a:r>
              <a:rPr lang="en-US" dirty="0"/>
              <a:t> et un </a:t>
            </a:r>
            <a:r>
              <a:rPr lang="en-US" dirty="0" err="1"/>
              <a:t>meshcollider</a:t>
            </a:r>
            <a:endParaRPr lang="en-US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Un script </a:t>
            </a:r>
            <a:r>
              <a:rPr lang="en-US" dirty="0" err="1"/>
              <a:t>Glasscontroller</a:t>
            </a:r>
            <a:r>
              <a:rPr lang="en-US" dirty="0"/>
              <a:t> qui </a:t>
            </a:r>
            <a:r>
              <a:rPr lang="en-US" dirty="0" err="1"/>
              <a:t>gère</a:t>
            </a:r>
            <a:r>
              <a:rPr lang="en-US" dirty="0"/>
              <a:t>: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L’Effet</a:t>
            </a:r>
            <a:r>
              <a:rPr lang="en-US" dirty="0"/>
              <a:t> de bris du verre qui est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partie</a:t>
            </a:r>
            <a:r>
              <a:rPr lang="en-US" dirty="0"/>
              <a:t> fracture avec Blender 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 err="1"/>
              <a:t>l’eparpillement</a:t>
            </a:r>
            <a:r>
              <a:rPr lang="en-US" dirty="0"/>
              <a:t> des bris de verre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La force </a:t>
            </a:r>
            <a:r>
              <a:rPr lang="en-US" dirty="0" err="1"/>
              <a:t>d’explosion</a:t>
            </a:r>
            <a:r>
              <a:rPr lang="en-US" dirty="0"/>
              <a:t> du verre</a:t>
            </a:r>
          </a:p>
          <a:p>
            <a:endParaRPr lang="en-US" dirty="0"/>
          </a:p>
        </p:txBody>
      </p:sp>
      <p:pic>
        <p:nvPicPr>
          <p:cNvPr id="7" name="Picture Placeholder 6" descr="A table with a ball in the air">
            <a:extLst>
              <a:ext uri="{FF2B5EF4-FFF2-40B4-BE49-F238E27FC236}">
                <a16:creationId xmlns:a16="http://schemas.microsoft.com/office/drawing/2014/main" id="{26662ABE-A1AE-80CB-01DA-3C2E61AA230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8457" r="32714" b="-1"/>
          <a:stretch>
            <a:fillRect/>
          </a:stretch>
        </p:blipFill>
        <p:spPr>
          <a:xfrm>
            <a:off x="7189843" y="833365"/>
            <a:ext cx="4202057" cy="3437184"/>
          </a:xfrm>
          <a:prstGeom prst="rect">
            <a:avLst/>
          </a:prstGeom>
        </p:spPr>
      </p:pic>
      <p:pic>
        <p:nvPicPr>
          <p:cNvPr id="4" name="Picture 3" descr="A broken egg shell on a table&#10;&#10;AI-generated content may be incorrect.">
            <a:extLst>
              <a:ext uri="{FF2B5EF4-FFF2-40B4-BE49-F238E27FC236}">
                <a16:creationId xmlns:a16="http://schemas.microsoft.com/office/drawing/2014/main" id="{23D39F67-B76B-7919-D2EA-F2E61686E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842" y="4197096"/>
            <a:ext cx="4202057" cy="266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95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145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Calisto MT</vt:lpstr>
      <vt:lpstr>Univers Condensed</vt:lpstr>
      <vt:lpstr>ChronicleVTI</vt:lpstr>
      <vt:lpstr>Projet D’info4900</vt:lpstr>
      <vt:lpstr>Mise en scene</vt:lpstr>
      <vt:lpstr>Architecture</vt:lpstr>
      <vt:lpstr>La balle</vt:lpstr>
      <vt:lpstr>Le verre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Loïc Mutima</dc:creator>
  <cp:lastModifiedBy>Loïc Mutima</cp:lastModifiedBy>
  <cp:revision>7</cp:revision>
  <dcterms:created xsi:type="dcterms:W3CDTF">2025-12-08T21:35:37Z</dcterms:created>
  <dcterms:modified xsi:type="dcterms:W3CDTF">2025-12-08T22:46:19Z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689301-32b1-463b-ba86-10202492460a_Enabled">
    <vt:lpwstr>true</vt:lpwstr>
  </property>
  <property fmtid="{D5CDD505-2E9C-101B-9397-08002B2CF9AE}" pid="3" name="MSIP_Label_d0689301-32b1-463b-ba86-10202492460a_SetDate">
    <vt:lpwstr>2025-12-08T21:41:10Z</vt:lpwstr>
  </property>
  <property fmtid="{D5CDD505-2E9C-101B-9397-08002B2CF9AE}" pid="4" name="MSIP_Label_d0689301-32b1-463b-ba86-10202492460a_Method">
    <vt:lpwstr>Standard</vt:lpwstr>
  </property>
  <property fmtid="{D5CDD505-2E9C-101B-9397-08002B2CF9AE}" pid="5" name="MSIP_Label_d0689301-32b1-463b-ba86-10202492460a_Name">
    <vt:lpwstr>defa4170-0d19-0005-0003-bc88714345d2</vt:lpwstr>
  </property>
  <property fmtid="{D5CDD505-2E9C-101B-9397-08002B2CF9AE}" pid="6" name="MSIP_Label_d0689301-32b1-463b-ba86-10202492460a_SiteId">
    <vt:lpwstr>810c295f-e817-4c4e-8996-9b66369b8012</vt:lpwstr>
  </property>
  <property fmtid="{D5CDD505-2E9C-101B-9397-08002B2CF9AE}" pid="7" name="MSIP_Label_d0689301-32b1-463b-ba86-10202492460a_ActionId">
    <vt:lpwstr>a7781c39-f15b-4c0d-8a2a-63c0740147ec</vt:lpwstr>
  </property>
  <property fmtid="{D5CDD505-2E9C-101B-9397-08002B2CF9AE}" pid="8" name="MSIP_Label_d0689301-32b1-463b-ba86-10202492460a_ContentBits">
    <vt:lpwstr>0</vt:lpwstr>
  </property>
  <property fmtid="{D5CDD505-2E9C-101B-9397-08002B2CF9AE}" pid="9" name="MSIP_Label_d0689301-32b1-463b-ba86-10202492460a_Tag">
    <vt:lpwstr>10, 3, 0, 1</vt:lpwstr>
  </property>
</Properties>
</file>